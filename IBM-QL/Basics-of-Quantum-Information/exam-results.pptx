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l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/>
    <p:restoredTop sz="94694"/>
  </p:normalViewPr>
  <p:slideViewPr>
    <p:cSldViewPr snapToGrid="0">
      <p:cViewPr varScale="1">
        <p:scale>
          <a:sx n="117" d="100"/>
          <a:sy n="117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ECC379-D892-312B-6169-5A84AA146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44C7443-4C17-253F-BA97-99CAE8652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B49104B-67B7-4737-3400-6954772D7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D2483DD-1F23-F2FB-F57E-45BCE2C65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906D3D5-0363-300A-0248-8F8A8781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89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96CA31-5243-34AE-CBCE-5553B2DC4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569A25-4C78-DAE6-9CC1-FBA970AA9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57B36BB-C361-1EDF-D9B3-25EA9EF45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05DC4DB-BE3A-5565-3225-D01A34E7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1CB372A-990E-982E-4546-7AE2BBFC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25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A6D6367-9678-FAD6-5548-13508748C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29902CE-AFD7-3A75-655F-9BD7470E2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A301EED-5137-693D-E07A-EB5D9914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C2E9936-B2A5-1FD9-67EF-0D27131A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8FAEC8B-8AE1-03B1-07A3-1976D654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5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A76B12-EE0C-2F4D-030E-B2798CB5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B53E730-4E9C-8516-1258-758C6BEB5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F8A403A-E1EB-3D81-64CC-00AF1B6B0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ECDBE69-D520-7DF9-180C-E579AA5E8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549D3D4-5400-805E-3116-B7560007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6645D29-F14F-4F42-BFD1-4839E2A7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9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0125FB-3339-BA50-A735-EFD5D6D36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2E6B502-7071-F43F-0E24-5B5514669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1FF2F29-BE08-6CB4-48FC-5C261BB9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C8F539F-7F02-F652-86B6-A7050EB9C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6825F70-6E40-C29E-F51A-C455D5116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F174EC04-8DA2-6225-7822-368488CE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69DD304-9AEB-F503-6DE7-65A390762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8BC1209-343B-EAD0-5215-62EB5127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71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7B373B-BEB4-14B0-09C2-6FC1328A7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7DFF9E5-01B5-0B08-73F2-26ED7CD89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CB7A0A2-1083-A266-DF07-02F929EDA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10ED626-B48F-1C19-0D28-0C3DDC51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1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6BF36CB2-5BC9-9806-A6A3-0C4E90D9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272936DA-C90C-656A-8C5C-23E12BDA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31F77F5-A496-C081-DD3D-34328B21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5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227A06-4CE3-B840-5FD4-47B66890E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2EFBED7-5D46-15F4-0A63-B84119B5A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4EF74B9-83F2-057E-6573-B0CCCE975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3AFE630-29EA-6BF5-6159-09A3CCF6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946A6AC-FFED-2B18-2FCF-7FCB2AC47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F7D9425-7FCD-3074-2CF7-14D89EAD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3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2664F5-1ADB-105A-9BCA-87637EF2F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1EB16FD-BAD5-1A2E-59D5-6237CE417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766C6BE-DC3D-1353-8C71-B60FF8766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CD484D1-444D-2785-1BFC-5451DBB13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B5E8C67-7C16-945F-CF98-A83608C39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F5F2DED-745B-E77D-6D70-151B8C4B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55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EA1C1F-11FD-A02B-02E6-84191B62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22DB64B-C2A7-4959-10B5-281FE82BB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E87DA5B-4C64-6782-F949-225D09F6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AB46131-3691-0327-9042-197242E2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CBE8647-718D-710E-8BD1-3E6E7166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2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09D077C-F0F1-D6F1-94CC-7A59F2E30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873E37E-360E-5C44-9CD3-EB703034B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756E569-7578-F817-EDC5-379F2304E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1FFCEEA-5FB6-B0B1-9129-B1F35AECA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F95F70D-1362-4D5C-4A81-BA2FDAFB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11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5C7620C-32F8-9131-7C07-22819645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50501B2-7E31-A793-EBBE-770F87C0D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5A23337-3C09-E0A3-8B8F-C6284FF9D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AAFB7-DCAD-D54D-8156-5A710AC84516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20D4D2C-127D-91D5-4071-EF710A93A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5138AC2-6E7F-BBD0-18D1-3B9246F2F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561A0-D77E-CD48-AB9C-A1CBF92C7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2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46DD9667-8747-8B6F-1FA5-C5E63A3F1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1479550"/>
            <a:ext cx="46863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29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633CF-0F0E-47E4-2A32-C400CC39C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AEDAAE1D-0BAC-CCE2-93A4-EF2CF354F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150" y="1060450"/>
            <a:ext cx="4711700" cy="47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1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1502-623E-EA97-8C1D-195C43BF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19786695-D0C2-110E-9A9A-ED60718F1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1149350"/>
            <a:ext cx="4686300" cy="455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25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5DEB-A800-4BE1-961C-DB5BFB0BD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7646C314-49F3-BA8A-59F9-9212C0D17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1371600"/>
            <a:ext cx="46863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57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6D72-0389-2DBD-A658-5C68D212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E67D7858-5343-06F5-E6F4-76E3B02A3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1619250"/>
            <a:ext cx="46863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5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C9E84-F073-5B19-B0CF-CBBFE571F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33511540-8F4D-41A5-6725-48B2AA530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0" y="1930400"/>
            <a:ext cx="46609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7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264C-21DA-1B15-DFC8-F183072D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48781CC3-E9DE-8643-55D3-86FB3A29F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935038"/>
            <a:ext cx="4711700" cy="4673600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4996C91F-E70F-57A9-FF31-11CC9B8B8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662" y="2185988"/>
            <a:ext cx="46609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8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A311C-5E10-065B-E54B-8AFE2C62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C4120336-67CE-29F8-FE5D-D45BC404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150" y="869950"/>
            <a:ext cx="471170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2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4ACC-1656-DCAB-3159-C3203259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EC6666E6-FD99-C128-8483-907B60F82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0" y="1168400"/>
            <a:ext cx="46736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1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C6C2C-EE12-1C99-3D02-56EEB708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75B5B2AE-E543-0498-A392-B68DF0DC3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1784350"/>
            <a:ext cx="46863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18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20C6-1B50-5668-3CEC-86649627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633AD109-ED19-2471-F4BC-55564D252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0" y="1263650"/>
            <a:ext cx="46990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09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D8E23-D1DD-1876-8434-2790339F0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BF69CA39-D6CD-56DD-028D-B993F8026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1200150"/>
            <a:ext cx="46863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22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CDEE6-A54E-8FA8-386A-3A386248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C3CDDE8A-03DE-92B4-12BF-1AF0F45A6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57400"/>
            <a:ext cx="4724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86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39EE3-B837-D219-1746-2C9A930C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C8D18ACE-1A44-98FC-D323-95687CACE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36" y="693965"/>
            <a:ext cx="4711700" cy="4991100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E95AAB06-F43A-A76F-585E-ECD7CF684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71" y="2482850"/>
            <a:ext cx="46990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07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03536-54D1-70E4-6BA5-4F6394E0C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4F3C0492-6DBF-09EE-70D4-66565AFFE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150" y="1301750"/>
            <a:ext cx="47117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888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8DE3-AB2E-24A0-A512-CD9D58C1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FDD45B69-189C-3501-BDE1-E37B61ABC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150" y="2114550"/>
            <a:ext cx="47117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36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2355C-D9A2-77EA-2773-6AEAAD94A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A96563B1-7C7F-A656-E7C2-B90920499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1301750"/>
            <a:ext cx="46863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33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27F59-4B8F-7F69-96F1-4BF6EEED6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B9C946D7-D83B-52B1-C690-DA8D7990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2044700"/>
            <a:ext cx="46863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76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812E6-6C5B-4F27-30C4-BB8AD7C89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232BD435-661C-2171-2483-06715E3E4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0" y="2133600"/>
            <a:ext cx="46736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86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FA17-A46E-5B0E-1EF5-EE4CE4BE3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922652AA-8C39-6886-9E69-3C6B4B182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1866900"/>
            <a:ext cx="46863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0572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0</Words>
  <Application>Microsoft Macintosh PowerPoint</Application>
  <PresentationFormat>Panoramiczny</PresentationFormat>
  <Paragraphs>0</Paragraphs>
  <Slides>20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Pudelko Wojciech Radoslaw</dc:creator>
  <cp:lastModifiedBy>Pudelko Wojciech Radoslaw</cp:lastModifiedBy>
  <cp:revision>1</cp:revision>
  <dcterms:created xsi:type="dcterms:W3CDTF">2025-02-07T17:06:09Z</dcterms:created>
  <dcterms:modified xsi:type="dcterms:W3CDTF">2025-02-08T07:48:41Z</dcterms:modified>
</cp:coreProperties>
</file>